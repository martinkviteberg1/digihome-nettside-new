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marti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histori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-ide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-prosesslo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-problem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-losnin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-ai-tre-ma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-prompt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-agenten-bygg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-portal-dashboar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-portal-kalend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-portal-enh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-produktvegg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5-integrasjonen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22-book-mo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