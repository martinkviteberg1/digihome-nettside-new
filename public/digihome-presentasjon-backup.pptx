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mart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histor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d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rosesslo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problem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losn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i-utvik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prompt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agenten-byg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portal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ortal-kal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ortal-enh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roduktveg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integrasjon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kostnad-titt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kostnad-t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paastan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seksaar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ai-ag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ai-verkt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ook-mo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