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mart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histori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d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prosesslo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problem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losnin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i-utvikl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prompt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agenten-byg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portal-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portal-kal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portal-enh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produktveg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integrasjone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seksaarin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ai-verkto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ai-agen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book-mo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