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-cov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-marti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-historie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-idee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-prosessloope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-probleme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-losninge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-ai-utvikl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-prompte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-agenten-bygg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-portal-dashboar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-portal-kalend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-portal-enhe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-produktvegge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-integrasjonen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-kostnad-titte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7-kostnad-t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8-paastande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9-seksaaringe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-ai-agent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1-ai-verkto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2-book-mot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